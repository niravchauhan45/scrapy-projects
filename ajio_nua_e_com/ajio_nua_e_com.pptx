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6" r:id="rId4"/>
    <p:sldId id="267" r:id="rId5"/>
    <p:sldId id="268" r:id="rId6"/>
    <p:sldId id="263" r:id="rId7"/>
    <p:sldId id="258" r:id="rId8"/>
    <p:sldId id="259" r:id="rId9"/>
    <p:sldId id="260" r:id="rId10"/>
    <p:sldId id="261" r:id="rId11"/>
    <p:sldId id="262" r:id="rId12"/>
    <p:sldId id="264" r:id="rId13"/>
    <p:sldId id="26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08" y="48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66549-E619-2A9D-29EA-796A74C3A7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9F23DD-FFFE-98C6-2D70-910F71E2A0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5F2FE7-48C9-E1F4-49E8-32300A0B0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1B3AF-2BF1-4870-B78E-C2DF709B2B6E}" type="datetimeFigureOut">
              <a:rPr lang="en-IN" smtClean="0"/>
              <a:t>18-09-2025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8CB052-CAB9-AC79-7D77-F712279C7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77E65E-A310-4988-7D80-91E26CED5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BD115-B421-47EE-8990-AA12F6B062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7443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975C3-C736-3A21-BF1A-42C4D657B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F91FAD-AC7C-2264-EB41-92BA012032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C79B21-3D67-41AB-1065-402B18A27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1B3AF-2BF1-4870-B78E-C2DF709B2B6E}" type="datetimeFigureOut">
              <a:rPr lang="en-IN" smtClean="0"/>
              <a:t>18-09-2025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13DDFC-1461-68AA-15BA-47F7292E4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F2EA85-7DE1-B25A-F5FE-19EBB1262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BD115-B421-47EE-8990-AA12F6B062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43601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737CD-D5D7-63C2-3728-3F7B4B982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0CB3DA-5643-8225-7C20-D9A08298C4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153CAE-A13F-2FCF-D84A-D863D4743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1B3AF-2BF1-4870-B78E-C2DF709B2B6E}" type="datetimeFigureOut">
              <a:rPr lang="en-IN" smtClean="0"/>
              <a:t>18-09-2025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E4378B-D5FB-E9C2-0DDB-C945AAE10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DA55ED-EBBC-2A71-E58D-E045AB177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BD115-B421-47EE-8990-AA12F6B062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8202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70CC6-3758-1FF2-AFEC-AEE84D7DB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2A36CD-D27A-19F6-B243-16D0A493E7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39D9B5-A592-9BEE-F677-F2084B1D50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E83C10-5AE6-7646-2739-505467325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1B3AF-2BF1-4870-B78E-C2DF709B2B6E}" type="datetimeFigureOut">
              <a:rPr lang="en-IN" smtClean="0"/>
              <a:t>18-09-2025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DA3B3B-8629-B475-7406-5E62073A5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2B23F4-090D-78D0-8703-F74CBDD0A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BD115-B421-47EE-8990-AA12F6B062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2413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66D5C-217B-2A3B-B877-7B8A9ABE9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64FCA7-67E6-D40F-227F-35FF90FAB6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946351-19F3-C26E-EEA4-9BC3BED940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660EE7-309A-6E12-20B2-81345C5445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1F4DFC-94B3-27B6-2061-6C2846F7EF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A713EA-D5E7-3B42-B6AF-D4A4A79D2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1B3AF-2BF1-4870-B78E-C2DF709B2B6E}" type="datetimeFigureOut">
              <a:rPr lang="en-IN" smtClean="0"/>
              <a:t>18-09-2025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7FEA86-8297-1432-960C-41B272C05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F7E75D-7178-9940-1134-DBEDE3C09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BD115-B421-47EE-8990-AA12F6B062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9594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24102-2D94-3438-BC6E-A7313F56C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478A29-1478-E61F-C8FF-0D6FCC816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1B3AF-2BF1-4870-B78E-C2DF709B2B6E}" type="datetimeFigureOut">
              <a:rPr lang="en-IN" smtClean="0"/>
              <a:t>18-09-2025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83CE6E-20C2-0F7E-7CFA-C22AD00D1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AB79DC-443C-A6E0-A582-112ACAF47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BD115-B421-47EE-8990-AA12F6B062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90401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850F68-ADEE-F9AC-CADE-15C6E15D3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1B3AF-2BF1-4870-B78E-C2DF709B2B6E}" type="datetimeFigureOut">
              <a:rPr lang="en-IN" smtClean="0"/>
              <a:t>18-09-2025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220BD6-262E-42EA-6504-CE0E55CC6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38DB2F-9703-6844-608F-3A9B32B87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BD115-B421-47EE-8990-AA12F6B062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731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F2608-DA48-E7AF-284D-E3D53F322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7CB6E9-3452-425C-C21E-B5430305AD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17A1C5-3E04-A76D-E168-73EDAFA92A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F09B27-95B3-6118-E925-777EBC3E1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1B3AF-2BF1-4870-B78E-C2DF709B2B6E}" type="datetimeFigureOut">
              <a:rPr lang="en-IN" smtClean="0"/>
              <a:t>18-09-2025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F9DA49-52B7-132C-0C26-5F2DDECC5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7C28E4-329B-4C32-BDE3-C46C1BC3C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BD115-B421-47EE-8990-AA12F6B062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108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E671D-0844-7763-D32C-324634FAD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4C78BD-8A31-3C22-2AF4-87A33FB579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1F00EA-C5BC-F922-E99F-79B0E5F4F6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B6D57C-A88C-2951-829B-FC7BB9550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1B3AF-2BF1-4870-B78E-C2DF709B2B6E}" type="datetimeFigureOut">
              <a:rPr lang="en-IN" smtClean="0"/>
              <a:t>18-09-2025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80FBB4-CF8F-54B9-F8FD-92CBC63FD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BA517A-AA6A-5236-CDC2-73B79A6B4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BD115-B421-47EE-8990-AA12F6B062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4073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2A8D3-661D-0DDF-C026-6A06A6B92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BBD51C-B36B-CCC6-4613-F08C1CFDC7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94B9B9-993A-84A9-E846-D97755AED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1B3AF-2BF1-4870-B78E-C2DF709B2B6E}" type="datetimeFigureOut">
              <a:rPr lang="en-IN" smtClean="0"/>
              <a:t>18-09-2025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2521CE-8AD5-B817-F567-311AB776E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2A986C-B8D8-ED40-6EE3-F82828CF3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BD115-B421-47EE-8990-AA12F6B062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3100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4894C0-41A5-0C4E-984B-3364D2E896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6DCADA-5107-6CC0-03B5-79A243DB4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096C87-71EF-6873-EE41-ECAA9586A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1B3AF-2BF1-4870-B78E-C2DF709B2B6E}" type="datetimeFigureOut">
              <a:rPr lang="en-IN" smtClean="0"/>
              <a:t>18-09-2025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F7B7C7-5939-B27E-30D8-993C2A1FA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951A45-4452-7588-9444-FB2E5F3BD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BD115-B421-47EE-8990-AA12F6B062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01352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C3B567-F65E-1835-AF86-09901FC4A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0D8488-64DA-D167-34C2-BFA0EC1A28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04D686-BA79-B13C-669D-6396D10FC4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61B3AF-2BF1-4870-B78E-C2DF709B2B6E}" type="datetimeFigureOut">
              <a:rPr lang="en-IN" smtClean="0"/>
              <a:t>18-09-2025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341AD5-2253-7EF5-2D84-678EE7F980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C122CC-7B0F-4AC8-FA33-120C79574C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2BD115-B421-47EE-8990-AA12F6B062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0375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3FDB1-81D5-D444-2879-E8D0213215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AJIO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F2579E-7239-9904-EB59-8316E96870E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Delivery – Two times a week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602388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86453E7-91E9-0328-0ACC-49FC694F42CA}"/>
              </a:ext>
            </a:extLst>
          </p:cNvPr>
          <p:cNvSpPr txBox="1"/>
          <p:nvPr/>
        </p:nvSpPr>
        <p:spPr>
          <a:xfrm>
            <a:off x="215900" y="266700"/>
            <a:ext cx="8928100" cy="14570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u="sng" dirty="0">
                <a:solidFill>
                  <a:schemeClr val="dk2"/>
                </a:solidFill>
              </a:rPr>
              <a:t>System Information:-</a:t>
            </a:r>
          </a:p>
          <a:p>
            <a:pPr marL="285750" lvl="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chemeClr val="dk2"/>
                </a:solidFill>
              </a:rPr>
              <a:t>IP - </a:t>
            </a:r>
            <a:r>
              <a:rPr lang="en-GB" dirty="0">
                <a:solidFill>
                  <a:schemeClr val="dk2"/>
                </a:solidFill>
              </a:rPr>
              <a:t>172.27.131.182</a:t>
            </a:r>
          </a:p>
          <a:p>
            <a:pPr marL="285750" lvl="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chemeClr val="dk2"/>
                </a:solidFill>
              </a:rPr>
              <a:t>Username – </a:t>
            </a:r>
            <a:r>
              <a:rPr lang="en-GB" dirty="0">
                <a:solidFill>
                  <a:schemeClr val="dk2"/>
                </a:solidFill>
              </a:rPr>
              <a:t>Administrator</a:t>
            </a:r>
            <a:endParaRPr lang="en-GB" sz="1800" dirty="0">
              <a:solidFill>
                <a:schemeClr val="dk2"/>
              </a:solidFill>
            </a:endParaRPr>
          </a:p>
          <a:p>
            <a:pPr marL="285750" lvl="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chemeClr val="dk2"/>
                </a:solidFill>
              </a:rPr>
              <a:t>Password - </a:t>
            </a:r>
            <a:r>
              <a:rPr lang="en-GB" dirty="0">
                <a:solidFill>
                  <a:schemeClr val="dk2"/>
                </a:solidFill>
              </a:rPr>
              <a:t>Act*2025#@</a:t>
            </a:r>
            <a:endParaRPr lang="en-GB" sz="1800" dirty="0">
              <a:solidFill>
                <a:schemeClr val="dk2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F3643C-9AC8-03B0-25F2-1A5925A64655}"/>
              </a:ext>
            </a:extLst>
          </p:cNvPr>
          <p:cNvSpPr txBox="1"/>
          <p:nvPr/>
        </p:nvSpPr>
        <p:spPr>
          <a:xfrm>
            <a:off x="215900" y="2292728"/>
            <a:ext cx="8928100" cy="8168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u="sng" dirty="0">
                <a:solidFill>
                  <a:schemeClr val="dk2"/>
                </a:solidFill>
              </a:rPr>
              <a:t>Database Information:-</a:t>
            </a:r>
          </a:p>
          <a:p>
            <a:pPr marL="285750" lvl="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dk2"/>
                </a:solidFill>
              </a:rPr>
              <a:t>Database Name :-  </a:t>
            </a:r>
            <a:r>
              <a:rPr lang="en-GB" dirty="0" err="1">
                <a:solidFill>
                  <a:schemeClr val="dk2"/>
                </a:solidFill>
              </a:rPr>
              <a:t>ajio_nua_ecom</a:t>
            </a:r>
            <a:endParaRPr lang="en-GB" dirty="0">
              <a:solidFill>
                <a:schemeClr val="dk2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163E17-9AA6-0482-DF64-1156159244ED}"/>
              </a:ext>
            </a:extLst>
          </p:cNvPr>
          <p:cNvSpPr txBox="1"/>
          <p:nvPr/>
        </p:nvSpPr>
        <p:spPr>
          <a:xfrm>
            <a:off x="241300" y="3784600"/>
            <a:ext cx="8928100" cy="819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u="sng" dirty="0">
                <a:solidFill>
                  <a:schemeClr val="dk2"/>
                </a:solidFill>
              </a:rPr>
              <a:t>Project Path:-</a:t>
            </a:r>
          </a:p>
          <a:p>
            <a:pPr marL="285750" lvl="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dk2"/>
                </a:solidFill>
              </a:rPr>
              <a:t>Code Path - </a:t>
            </a:r>
            <a:r>
              <a:rPr lang="pt-BR" dirty="0">
                <a:solidFill>
                  <a:schemeClr val="dk2"/>
                </a:solidFill>
              </a:rPr>
              <a:t>D:\Nirav Chauhan\Code\ajio_nua_e_com</a:t>
            </a:r>
            <a:r>
              <a:rPr lang="en-GB" dirty="0">
                <a:solidFill>
                  <a:schemeClr val="dk2"/>
                </a:solidFill>
              </a:rPr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83959E8-4146-140C-41AE-F84A0691C472}"/>
              </a:ext>
            </a:extLst>
          </p:cNvPr>
          <p:cNvSpPr txBox="1"/>
          <p:nvPr/>
        </p:nvSpPr>
        <p:spPr>
          <a:xfrm>
            <a:off x="266700" y="5118100"/>
            <a:ext cx="8928100" cy="819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u="sng" dirty="0">
                <a:solidFill>
                  <a:schemeClr val="dk2"/>
                </a:solidFill>
              </a:rPr>
              <a:t>Requirements:-</a:t>
            </a:r>
          </a:p>
          <a:p>
            <a:pPr marL="285750" lvl="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dirty="0"/>
              <a:t>Scrape product data from inputs provided by the client.</a:t>
            </a:r>
            <a:r>
              <a:rPr lang="en-GB" dirty="0">
                <a:solidFill>
                  <a:schemeClr val="dk2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999138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0D5D628-A814-624F-9BD6-5962694EAB8F}"/>
              </a:ext>
            </a:extLst>
          </p:cNvPr>
          <p:cNvSpPr txBox="1"/>
          <p:nvPr/>
        </p:nvSpPr>
        <p:spPr>
          <a:xfrm>
            <a:off x="1180214" y="4944140"/>
            <a:ext cx="78042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Using </a:t>
            </a:r>
            <a:r>
              <a:rPr lang="en-US" dirty="0" err="1"/>
              <a:t>dbconfig</a:t>
            </a:r>
            <a:r>
              <a:rPr lang="en-US" dirty="0"/>
              <a:t> to add </a:t>
            </a:r>
            <a:r>
              <a:rPr lang="en-US" dirty="0" err="1"/>
              <a:t>delivery_date</a:t>
            </a:r>
            <a:r>
              <a:rPr lang="en-US" dirty="0"/>
              <a:t> from </a:t>
            </a:r>
            <a:r>
              <a:rPr lang="en-US" dirty="0" err="1"/>
              <a:t>delivery_date</a:t>
            </a:r>
            <a:r>
              <a:rPr lang="en-US" dirty="0"/>
              <a:t> variable.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Set database name database variable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err="1"/>
              <a:t>pagesave_path</a:t>
            </a:r>
            <a:r>
              <a:rPr lang="en-US" dirty="0"/>
              <a:t> contains </a:t>
            </a:r>
            <a:r>
              <a:rPr lang="en-US" dirty="0" err="1"/>
              <a:t>pagesave</a:t>
            </a:r>
            <a:r>
              <a:rPr lang="en-US" dirty="0"/>
              <a:t> </a:t>
            </a:r>
            <a:r>
              <a:rPr lang="en-US" dirty="0" err="1"/>
              <a:t>loacations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15B64A9-62B0-6CD2-DDA5-99E59343D2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099" y="247982"/>
            <a:ext cx="10858500" cy="4419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934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5898D3-C9E7-F963-AE7B-BE275CF847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593" y="712381"/>
            <a:ext cx="8032250" cy="398649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3A120F1-1089-C35E-AC21-47AD20DA69CF}"/>
              </a:ext>
            </a:extLst>
          </p:cNvPr>
          <p:cNvSpPr txBox="1"/>
          <p:nvPr/>
        </p:nvSpPr>
        <p:spPr>
          <a:xfrm>
            <a:off x="882502" y="297712"/>
            <a:ext cx="1573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Pl_data.py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A3BD8F-31A8-1345-E229-4C29180BBAD6}"/>
              </a:ext>
            </a:extLst>
          </p:cNvPr>
          <p:cNvSpPr txBox="1"/>
          <p:nvPr/>
        </p:nvSpPr>
        <p:spPr>
          <a:xfrm>
            <a:off x="882503" y="4954772"/>
            <a:ext cx="53588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There the client is given three keywords :</a:t>
            </a:r>
            <a:br>
              <a:rPr lang="en-US" dirty="0"/>
            </a:br>
            <a:r>
              <a:rPr lang="en-US" dirty="0"/>
              <a:t>1</a:t>
            </a:r>
            <a:r>
              <a:rPr lang="en-US"/>
              <a:t>) Asian</a:t>
            </a:r>
            <a:br>
              <a:rPr lang="en-US"/>
            </a:br>
            <a:r>
              <a:rPr lang="en-US"/>
              <a:t>2) sparks</a:t>
            </a:r>
            <a:br>
              <a:rPr lang="en-US"/>
            </a:br>
            <a:r>
              <a:rPr lang="en-US"/>
              <a:t>3) flite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06282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EC92F-2FD7-B7E6-31B1-713262A00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500" dirty="0"/>
              <a:t>Pl_data.py</a:t>
            </a:r>
          </a:p>
        </p:txBody>
      </p:sp>
    </p:spTree>
    <p:extLst>
      <p:ext uri="{BB962C8B-B14F-4D97-AF65-F5344CB8AC3E}">
        <p14:creationId xmlns:p14="http://schemas.microsoft.com/office/powerpoint/2010/main" val="35185397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68480-5A3C-6962-0F7A-3C0E8EF64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Client’s Input 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4E0786C-C9D1-5A7E-5F5F-D8A0977D2F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13761" y="1690688"/>
            <a:ext cx="4313555" cy="4351338"/>
          </a:xfr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93F5C00-417E-C7BC-3594-7F5DC4380AAF}"/>
              </a:ext>
            </a:extLst>
          </p:cNvPr>
          <p:cNvSpPr/>
          <p:nvPr/>
        </p:nvSpPr>
        <p:spPr>
          <a:xfrm>
            <a:off x="8133347" y="2358189"/>
            <a:ext cx="2338939" cy="712270"/>
          </a:xfrm>
          <a:prstGeom prst="round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B16C0B-D4FB-424F-15AB-95FBA82CAFF7}"/>
              </a:ext>
            </a:extLst>
          </p:cNvPr>
          <p:cNvSpPr txBox="1"/>
          <p:nvPr/>
        </p:nvSpPr>
        <p:spPr>
          <a:xfrm>
            <a:off x="1357161" y="2117556"/>
            <a:ext cx="29068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Place the client input in the specified location.</a:t>
            </a:r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6ED6B36-72B9-5BE7-EF9B-CBBD06AC4044}"/>
              </a:ext>
            </a:extLst>
          </p:cNvPr>
          <p:cNvSpPr/>
          <p:nvPr/>
        </p:nvSpPr>
        <p:spPr>
          <a:xfrm>
            <a:off x="1212783" y="2002055"/>
            <a:ext cx="3118585" cy="818147"/>
          </a:xfrm>
          <a:prstGeom prst="round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3A49C5E-231F-7BB7-6F94-9C67F9C8985C}"/>
              </a:ext>
            </a:extLst>
          </p:cNvPr>
          <p:cNvCxnSpPr>
            <a:stCxn id="8" idx="3"/>
          </p:cNvCxnSpPr>
          <p:nvPr/>
        </p:nvCxnSpPr>
        <p:spPr>
          <a:xfrm>
            <a:off x="4331368" y="2411129"/>
            <a:ext cx="3801979" cy="264694"/>
          </a:xfrm>
          <a:prstGeom prst="straightConnector1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985566D-190C-5F40-7F21-BC1D17C5E350}"/>
              </a:ext>
            </a:extLst>
          </p:cNvPr>
          <p:cNvSpPr/>
          <p:nvPr/>
        </p:nvSpPr>
        <p:spPr>
          <a:xfrm>
            <a:off x="1894114" y="3866357"/>
            <a:ext cx="2808515" cy="1162843"/>
          </a:xfrm>
          <a:prstGeom prst="round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Use the client inputs to extract data and insert it into the table</a:t>
            </a:r>
            <a:endParaRPr lang="en-I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2ECD1A5-D43E-46DC-5E36-7C69E2CB2C9A}"/>
              </a:ext>
            </a:extLst>
          </p:cNvPr>
          <p:cNvCxnSpPr/>
          <p:nvPr/>
        </p:nvCxnSpPr>
        <p:spPr>
          <a:xfrm flipV="1">
            <a:off x="4702629" y="2971800"/>
            <a:ext cx="3430718" cy="1284514"/>
          </a:xfrm>
          <a:prstGeom prst="straightConnector1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9928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14666-A6B1-3FB7-D30A-56E9A5724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sz="3600" dirty="0"/>
              <a:t>Database Information</a:t>
            </a:r>
            <a:br>
              <a:rPr lang="en-US" sz="3600" dirty="0"/>
            </a:br>
            <a:r>
              <a:rPr lang="en-US" sz="3600" dirty="0"/>
              <a:t> </a:t>
            </a:r>
            <a:r>
              <a:rPr lang="en-US" sz="2400" dirty="0"/>
              <a:t>Using MongoDB</a:t>
            </a:r>
            <a:endParaRPr lang="en-IN" sz="2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410ED6D-FDF2-7FF1-4F96-4099D7C12A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012" y="2177143"/>
            <a:ext cx="3911874" cy="4315732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3188749-04B1-C432-7B19-5A5C873CDD43}"/>
              </a:ext>
            </a:extLst>
          </p:cNvPr>
          <p:cNvCxnSpPr>
            <a:cxnSpLocks/>
          </p:cNvCxnSpPr>
          <p:nvPr/>
        </p:nvCxnSpPr>
        <p:spPr>
          <a:xfrm flipH="1">
            <a:off x="1631649" y="2699657"/>
            <a:ext cx="4377265" cy="1115635"/>
          </a:xfrm>
          <a:prstGeom prst="straightConnector1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3B8997A5-C799-2A8C-9B30-BAFB4B84DC05}"/>
              </a:ext>
            </a:extLst>
          </p:cNvPr>
          <p:cNvSpPr/>
          <p:nvPr/>
        </p:nvSpPr>
        <p:spPr>
          <a:xfrm>
            <a:off x="903516" y="3734761"/>
            <a:ext cx="728133" cy="181921"/>
          </a:xfrm>
          <a:prstGeom prst="round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Cylinder 36">
            <a:extLst>
              <a:ext uri="{FF2B5EF4-FFF2-40B4-BE49-F238E27FC236}">
                <a16:creationId xmlns:a16="http://schemas.microsoft.com/office/drawing/2014/main" id="{32CF8B59-D1B1-4F74-5B8F-D4732EE76EEE}"/>
              </a:ext>
            </a:extLst>
          </p:cNvPr>
          <p:cNvSpPr/>
          <p:nvPr/>
        </p:nvSpPr>
        <p:spPr>
          <a:xfrm>
            <a:off x="6008914" y="1852398"/>
            <a:ext cx="1143000" cy="1216152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Database</a:t>
            </a:r>
            <a:endParaRPr lang="en-IN" dirty="0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E7D3F951-C782-6942-20D2-90984E83AC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3044" y="631371"/>
            <a:ext cx="4088956" cy="6226629"/>
          </a:xfrm>
          <a:prstGeom prst="rect">
            <a:avLst/>
          </a:prstGeom>
        </p:spPr>
      </p:pic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3B2343B0-D37C-0A82-F847-0CC96EC4744D}"/>
              </a:ext>
            </a:extLst>
          </p:cNvPr>
          <p:cNvSpPr/>
          <p:nvPr/>
        </p:nvSpPr>
        <p:spPr>
          <a:xfrm>
            <a:off x="8741227" y="3678156"/>
            <a:ext cx="914400" cy="347382"/>
          </a:xfrm>
          <a:prstGeom prst="round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A05693D6-80D1-B7D6-6487-9C2A73DD6DF6}"/>
              </a:ext>
            </a:extLst>
          </p:cNvPr>
          <p:cNvCxnSpPr/>
          <p:nvPr/>
        </p:nvCxnSpPr>
        <p:spPr>
          <a:xfrm>
            <a:off x="7151914" y="2699657"/>
            <a:ext cx="1589313" cy="1152190"/>
          </a:xfrm>
          <a:prstGeom prst="bentConnector3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9562D140-25E4-7A45-D9EB-E973117E2CF7}"/>
              </a:ext>
            </a:extLst>
          </p:cNvPr>
          <p:cNvSpPr/>
          <p:nvPr/>
        </p:nvSpPr>
        <p:spPr>
          <a:xfrm>
            <a:off x="8915400" y="4060370"/>
            <a:ext cx="2986588" cy="347382"/>
          </a:xfrm>
          <a:prstGeom prst="round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9D63E8C8-A5F6-D0E7-B5FF-8F15342A4B9D}"/>
              </a:ext>
            </a:extLst>
          </p:cNvPr>
          <p:cNvSpPr/>
          <p:nvPr/>
        </p:nvSpPr>
        <p:spPr>
          <a:xfrm>
            <a:off x="8958944" y="4463141"/>
            <a:ext cx="2986588" cy="347382"/>
          </a:xfrm>
          <a:prstGeom prst="round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8F0A70F-2D92-6466-966B-A02381A3E0F6}"/>
              </a:ext>
            </a:extLst>
          </p:cNvPr>
          <p:cNvSpPr txBox="1"/>
          <p:nvPr/>
        </p:nvSpPr>
        <p:spPr>
          <a:xfrm>
            <a:off x="5486399" y="3788225"/>
            <a:ext cx="2115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Product Data Table </a:t>
            </a:r>
            <a:endParaRPr lang="en-IN" dirty="0"/>
          </a:p>
        </p:txBody>
      </p: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A561EE5A-7DCB-C142-FF45-A7D7FE73E072}"/>
              </a:ext>
            </a:extLst>
          </p:cNvPr>
          <p:cNvCxnSpPr>
            <a:cxnSpLocks/>
            <a:stCxn id="51" idx="3"/>
          </p:cNvCxnSpPr>
          <p:nvPr/>
        </p:nvCxnSpPr>
        <p:spPr>
          <a:xfrm>
            <a:off x="7602363" y="3972891"/>
            <a:ext cx="1284513" cy="259902"/>
          </a:xfrm>
          <a:prstGeom prst="bentConnector3">
            <a:avLst>
              <a:gd name="adj1" fmla="val 50000"/>
            </a:avLst>
          </a:prstGeom>
          <a:ln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54BB06F-84A7-4517-1FF4-6C3A7EFC7BAB}"/>
              </a:ext>
            </a:extLst>
          </p:cNvPr>
          <p:cNvSpPr/>
          <p:nvPr/>
        </p:nvSpPr>
        <p:spPr>
          <a:xfrm>
            <a:off x="5486399" y="3712989"/>
            <a:ext cx="2115964" cy="499782"/>
          </a:xfrm>
          <a:prstGeom prst="round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3DD9AD8-9C7F-CD92-89B2-95542752B35D}"/>
              </a:ext>
            </a:extLst>
          </p:cNvPr>
          <p:cNvSpPr txBox="1"/>
          <p:nvPr/>
        </p:nvSpPr>
        <p:spPr>
          <a:xfrm>
            <a:off x="5497286" y="4789711"/>
            <a:ext cx="20005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Product Link Table</a:t>
            </a:r>
            <a:endParaRPr lang="en-IN" dirty="0"/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2CF5974B-0F3F-CB58-D3C5-45641C9D6C3A}"/>
              </a:ext>
            </a:extLst>
          </p:cNvPr>
          <p:cNvSpPr/>
          <p:nvPr/>
        </p:nvSpPr>
        <p:spPr>
          <a:xfrm>
            <a:off x="5475510" y="4725360"/>
            <a:ext cx="2115964" cy="499782"/>
          </a:xfrm>
          <a:prstGeom prst="round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id="{38610CA9-9471-6989-0F11-5FAE41F3B717}"/>
              </a:ext>
            </a:extLst>
          </p:cNvPr>
          <p:cNvCxnSpPr>
            <a:endCxn id="50" idx="1"/>
          </p:cNvCxnSpPr>
          <p:nvPr/>
        </p:nvCxnSpPr>
        <p:spPr>
          <a:xfrm flipV="1">
            <a:off x="7591474" y="4636832"/>
            <a:ext cx="1367470" cy="173691"/>
          </a:xfrm>
          <a:prstGeom prst="bentConnector3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72790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3730CCB-D64F-1EA2-36CF-09218BAAC8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1AA6030-9B72-81F3-5330-839FE8FE8C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" y="1080168"/>
            <a:ext cx="11658600" cy="5447643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394C392-2C43-11C9-4766-436CC34C864F}"/>
              </a:ext>
            </a:extLst>
          </p:cNvPr>
          <p:cNvSpPr/>
          <p:nvPr/>
        </p:nvSpPr>
        <p:spPr>
          <a:xfrm>
            <a:off x="7304314" y="2405743"/>
            <a:ext cx="2928257" cy="402771"/>
          </a:xfrm>
          <a:prstGeom prst="round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FBFA57-3901-0D0B-DDBB-5A56691588C6}"/>
              </a:ext>
            </a:extLst>
          </p:cNvPr>
          <p:cNvSpPr txBox="1"/>
          <p:nvPr/>
        </p:nvSpPr>
        <p:spPr>
          <a:xfrm>
            <a:off x="10384971" y="1785257"/>
            <a:ext cx="160391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Catalog Name</a:t>
            </a:r>
            <a:endParaRPr lang="en-IN" sz="1500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520DAB0-CB93-56CF-F719-2A9C14E91785}"/>
              </a:ext>
            </a:extLst>
          </p:cNvPr>
          <p:cNvSpPr/>
          <p:nvPr/>
        </p:nvSpPr>
        <p:spPr>
          <a:xfrm>
            <a:off x="10232571" y="1717261"/>
            <a:ext cx="1614801" cy="445532"/>
          </a:xfrm>
          <a:prstGeom prst="round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933E50E7-1929-D133-E274-973962497143}"/>
              </a:ext>
            </a:extLst>
          </p:cNvPr>
          <p:cNvCxnSpPr>
            <a:endCxn id="10" idx="3"/>
          </p:cNvCxnSpPr>
          <p:nvPr/>
        </p:nvCxnSpPr>
        <p:spPr>
          <a:xfrm rot="10800000" flipV="1">
            <a:off x="10232571" y="2162792"/>
            <a:ext cx="631372" cy="444335"/>
          </a:xfrm>
          <a:prstGeom prst="bentConnector3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89914E7-B994-1DE7-0082-F45926D03EB0}"/>
              </a:ext>
            </a:extLst>
          </p:cNvPr>
          <p:cNvSpPr/>
          <p:nvPr/>
        </p:nvSpPr>
        <p:spPr>
          <a:xfrm>
            <a:off x="8338456" y="2884220"/>
            <a:ext cx="881743" cy="283522"/>
          </a:xfrm>
          <a:prstGeom prst="round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344CECF-CAFB-AFFB-736D-C47FF1F1A48C}"/>
              </a:ext>
            </a:extLst>
          </p:cNvPr>
          <p:cNvSpPr txBox="1"/>
          <p:nvPr/>
        </p:nvSpPr>
        <p:spPr>
          <a:xfrm>
            <a:off x="10591798" y="2960914"/>
            <a:ext cx="7184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MRP</a:t>
            </a:r>
            <a:endParaRPr lang="en-IN" sz="1400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75071B0-A07E-8A7E-F1F4-DE56D0EFDF1C}"/>
              </a:ext>
            </a:extLst>
          </p:cNvPr>
          <p:cNvSpPr/>
          <p:nvPr/>
        </p:nvSpPr>
        <p:spPr>
          <a:xfrm>
            <a:off x="10515600" y="2971800"/>
            <a:ext cx="751114" cy="283522"/>
          </a:xfrm>
          <a:prstGeom prst="round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9987217-7B6E-6F7B-26B2-4C5DD9E25C06}"/>
              </a:ext>
            </a:extLst>
          </p:cNvPr>
          <p:cNvCxnSpPr>
            <a:cxnSpLocks/>
            <a:stCxn id="17" idx="1"/>
          </p:cNvCxnSpPr>
          <p:nvPr/>
        </p:nvCxnSpPr>
        <p:spPr>
          <a:xfrm flipH="1" flipV="1">
            <a:off x="9220199" y="3051464"/>
            <a:ext cx="1295401" cy="62097"/>
          </a:xfrm>
          <a:prstGeom prst="straightConnector1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A49160B-73DB-2310-0608-90E478CA6402}"/>
              </a:ext>
            </a:extLst>
          </p:cNvPr>
          <p:cNvSpPr/>
          <p:nvPr/>
        </p:nvSpPr>
        <p:spPr>
          <a:xfrm>
            <a:off x="718457" y="1992086"/>
            <a:ext cx="5007429" cy="170705"/>
          </a:xfrm>
          <a:prstGeom prst="round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C3E6DF61-50EE-FB44-F991-68B1DB5D6512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934937" y="2268929"/>
            <a:ext cx="402772" cy="190496"/>
          </a:xfrm>
          <a:prstGeom prst="bentConnector3">
            <a:avLst>
              <a:gd name="adj1" fmla="val 50000"/>
            </a:avLst>
          </a:prstGeom>
          <a:ln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16CE1041-9047-DF2D-2DC3-DA95D066FD35}"/>
              </a:ext>
            </a:extLst>
          </p:cNvPr>
          <p:cNvSpPr txBox="1"/>
          <p:nvPr/>
        </p:nvSpPr>
        <p:spPr>
          <a:xfrm>
            <a:off x="1676400" y="2575955"/>
            <a:ext cx="130628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Category Hierarchy</a:t>
            </a:r>
            <a:endParaRPr lang="en-IN" sz="1050" dirty="0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36E0295-0B22-66A6-CDDB-9E8B96219884}"/>
              </a:ext>
            </a:extLst>
          </p:cNvPr>
          <p:cNvSpPr/>
          <p:nvPr/>
        </p:nvSpPr>
        <p:spPr>
          <a:xfrm>
            <a:off x="1600200" y="2579913"/>
            <a:ext cx="1349828" cy="219477"/>
          </a:xfrm>
          <a:prstGeom prst="round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FF75C25-DFA4-2BDF-9AA6-CC512C6452E2}"/>
              </a:ext>
            </a:extLst>
          </p:cNvPr>
          <p:cNvSpPr txBox="1"/>
          <p:nvPr/>
        </p:nvSpPr>
        <p:spPr>
          <a:xfrm>
            <a:off x="631371" y="442561"/>
            <a:ext cx="23513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Product Details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6666059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47778-2BA4-7A41-4A82-0941A1E44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Links Extraction</a:t>
            </a:r>
            <a:br>
              <a:rPr lang="en-US" dirty="0"/>
            </a:br>
            <a:r>
              <a:rPr lang="en-GB" sz="2000" dirty="0"/>
              <a:t>To extract links, run the </a:t>
            </a:r>
            <a:r>
              <a:rPr lang="en-GB" sz="2000" b="1" dirty="0"/>
              <a:t>productid_ajio.py</a:t>
            </a:r>
            <a:r>
              <a:rPr lang="en-GB" sz="2000" dirty="0"/>
              <a:t> file. The links will be inserted into the respective </a:t>
            </a:r>
            <a:r>
              <a:rPr lang="en-GB" sz="2000" dirty="0" err="1"/>
              <a:t>prdocut_ids</a:t>
            </a:r>
            <a:r>
              <a:rPr lang="en-GB" sz="2000" dirty="0"/>
              <a:t>  name table.</a:t>
            </a:r>
            <a:endParaRPr lang="en-IN" sz="20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FE87158-2EF8-EE80-CBAE-C80176BCE9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36392" y="1690688"/>
            <a:ext cx="5766130" cy="4644798"/>
          </a:xfrm>
        </p:spPr>
      </p:pic>
      <p:sp>
        <p:nvSpPr>
          <p:cNvPr id="7" name="Cylinder 6">
            <a:extLst>
              <a:ext uri="{FF2B5EF4-FFF2-40B4-BE49-F238E27FC236}">
                <a16:creationId xmlns:a16="http://schemas.microsoft.com/office/drawing/2014/main" id="{5FB60747-83F7-B813-5907-EEEDC343D3C6}"/>
              </a:ext>
            </a:extLst>
          </p:cNvPr>
          <p:cNvSpPr/>
          <p:nvPr/>
        </p:nvSpPr>
        <p:spPr>
          <a:xfrm>
            <a:off x="3942278" y="4359275"/>
            <a:ext cx="1578429" cy="1981200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Product ids table </a:t>
            </a:r>
            <a:endParaRPr lang="en-IN" sz="1400" dirty="0"/>
          </a:p>
        </p:txBody>
      </p:sp>
      <p:sp>
        <p:nvSpPr>
          <p:cNvPr id="10" name="Rectangle: Single Corner Snipped 9">
            <a:extLst>
              <a:ext uri="{FF2B5EF4-FFF2-40B4-BE49-F238E27FC236}">
                <a16:creationId xmlns:a16="http://schemas.microsoft.com/office/drawing/2014/main" id="{CB52278F-3691-964C-5C4E-D20B8898D5D4}"/>
              </a:ext>
            </a:extLst>
          </p:cNvPr>
          <p:cNvSpPr/>
          <p:nvPr/>
        </p:nvSpPr>
        <p:spPr>
          <a:xfrm>
            <a:off x="589478" y="3055144"/>
            <a:ext cx="2732314" cy="1143000"/>
          </a:xfrm>
          <a:prstGeom prst="snip1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Using this code to store product link in this table</a:t>
            </a:r>
            <a:endParaRPr lang="en-IN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DE6F586-F1AA-2C10-291D-F3FFEBC05ED5}"/>
              </a:ext>
            </a:extLst>
          </p:cNvPr>
          <p:cNvSpPr/>
          <p:nvPr/>
        </p:nvSpPr>
        <p:spPr>
          <a:xfrm>
            <a:off x="6270171" y="2068285"/>
            <a:ext cx="903515" cy="206829"/>
          </a:xfrm>
          <a:prstGeom prst="round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45247D9-8DE5-F643-8EEE-D854205980DE}"/>
              </a:ext>
            </a:extLst>
          </p:cNvPr>
          <p:cNvCxnSpPr>
            <a:cxnSpLocks/>
          </p:cNvCxnSpPr>
          <p:nvPr/>
        </p:nvCxnSpPr>
        <p:spPr>
          <a:xfrm flipV="1">
            <a:off x="3321792" y="2155371"/>
            <a:ext cx="2948379" cy="1273629"/>
          </a:xfrm>
          <a:prstGeom prst="straightConnector1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96CF11D-FE79-856B-1058-F01F812A5094}"/>
              </a:ext>
            </a:extLst>
          </p:cNvPr>
          <p:cNvCxnSpPr>
            <a:cxnSpLocks/>
          </p:cNvCxnSpPr>
          <p:nvPr/>
        </p:nvCxnSpPr>
        <p:spPr>
          <a:xfrm flipH="1">
            <a:off x="5194300" y="2275114"/>
            <a:ext cx="1195614" cy="2119086"/>
          </a:xfrm>
          <a:prstGeom prst="straightConnector1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65648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2C22B-D9E7-0ED1-5D57-FDEE3BC00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 Extraction</a:t>
            </a:r>
            <a:br>
              <a:rPr lang="en-US" dirty="0"/>
            </a:br>
            <a:r>
              <a:rPr lang="en-US" sz="2200" dirty="0"/>
              <a:t>fetch links </a:t>
            </a:r>
            <a:r>
              <a:rPr lang="en-US" sz="2200" b="1" dirty="0"/>
              <a:t>product_ids</a:t>
            </a:r>
            <a:r>
              <a:rPr lang="en-US" sz="2200" dirty="0"/>
              <a:t> table and store extracted data in </a:t>
            </a:r>
            <a:r>
              <a:rPr lang="en-US" sz="2200" b="1" dirty="0" err="1"/>
              <a:t>product_details</a:t>
            </a:r>
            <a:r>
              <a:rPr lang="en-US" sz="2200" dirty="0"/>
              <a:t> table using </a:t>
            </a:r>
            <a:r>
              <a:rPr lang="en-US" sz="2200" b="1" dirty="0"/>
              <a:t>PDP.py </a:t>
            </a:r>
            <a:r>
              <a:rPr lang="en-US" sz="2200" dirty="0"/>
              <a:t>file</a:t>
            </a:r>
            <a:r>
              <a:rPr lang="en-US" sz="2200" b="1" dirty="0"/>
              <a:t>.</a:t>
            </a:r>
            <a:endParaRPr lang="en-IN" sz="22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2DB340-CFCF-61C2-B9CC-AEF1C31F70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3046" y="1993900"/>
            <a:ext cx="8697354" cy="4471988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0594362-FE70-A95D-906E-581FB3B93326}"/>
              </a:ext>
            </a:extLst>
          </p:cNvPr>
          <p:cNvCxnSpPr>
            <a:cxnSpLocks/>
          </p:cNvCxnSpPr>
          <p:nvPr/>
        </p:nvCxnSpPr>
        <p:spPr>
          <a:xfrm>
            <a:off x="2616200" y="4681537"/>
            <a:ext cx="3086100" cy="1325563"/>
          </a:xfrm>
          <a:prstGeom prst="straightConnector1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0958E00-9C4B-6D1F-9E04-DA373672B4DD}"/>
              </a:ext>
            </a:extLst>
          </p:cNvPr>
          <p:cNvSpPr/>
          <p:nvPr/>
        </p:nvSpPr>
        <p:spPr>
          <a:xfrm>
            <a:off x="711200" y="3962400"/>
            <a:ext cx="2082800" cy="711200"/>
          </a:xfrm>
          <a:prstGeom prst="round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Fetch url where status is pending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A0AF1BA-DCD2-87C1-06FD-EE30B4FF0515}"/>
              </a:ext>
            </a:extLst>
          </p:cNvPr>
          <p:cNvSpPr/>
          <p:nvPr/>
        </p:nvSpPr>
        <p:spPr>
          <a:xfrm>
            <a:off x="5702300" y="5878285"/>
            <a:ext cx="6271986" cy="217715"/>
          </a:xfrm>
          <a:prstGeom prst="round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9055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E6433-D57F-F1DD-A951-1D29F71F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Store Location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5DA6A8A-B127-C7E4-7350-969E4E069A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64413" y="1914525"/>
            <a:ext cx="5789387" cy="435133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B94B8BD-BFC2-6DE6-2E8C-6F1CBBBDE8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02" y="4157506"/>
            <a:ext cx="5284269" cy="2539048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F439504-B837-7240-559A-C1621E1D68C0}"/>
              </a:ext>
            </a:extLst>
          </p:cNvPr>
          <p:cNvSpPr/>
          <p:nvPr/>
        </p:nvSpPr>
        <p:spPr>
          <a:xfrm>
            <a:off x="1347537" y="4398745"/>
            <a:ext cx="587141" cy="250257"/>
          </a:xfrm>
          <a:prstGeom prst="round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7AEA6D-55FB-BE0A-DE9C-99F28E5EF4D3}"/>
              </a:ext>
            </a:extLst>
          </p:cNvPr>
          <p:cNvSpPr txBox="1"/>
          <p:nvPr/>
        </p:nvSpPr>
        <p:spPr>
          <a:xfrm>
            <a:off x="1020276" y="1751796"/>
            <a:ext cx="34458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Using this .py to store product detail in this location. </a:t>
            </a:r>
            <a:endParaRPr lang="en-IN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69646A9-BB39-88C6-3883-1A872933199A}"/>
              </a:ext>
            </a:extLst>
          </p:cNvPr>
          <p:cNvSpPr/>
          <p:nvPr/>
        </p:nvSpPr>
        <p:spPr>
          <a:xfrm>
            <a:off x="1010653" y="1751796"/>
            <a:ext cx="3108960" cy="577516"/>
          </a:xfrm>
          <a:prstGeom prst="round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D1390CC-8D72-1648-117A-82195382B53F}"/>
              </a:ext>
            </a:extLst>
          </p:cNvPr>
          <p:cNvCxnSpPr/>
          <p:nvPr/>
        </p:nvCxnSpPr>
        <p:spPr>
          <a:xfrm flipH="1">
            <a:off x="1857676" y="2329312"/>
            <a:ext cx="1347537" cy="2069433"/>
          </a:xfrm>
          <a:prstGeom prst="straightConnector1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B8C3F1B-2A40-CC12-8883-64C75BC341B3}"/>
              </a:ext>
            </a:extLst>
          </p:cNvPr>
          <p:cNvSpPr/>
          <p:nvPr/>
        </p:nvSpPr>
        <p:spPr>
          <a:xfrm>
            <a:off x="5919537" y="3657601"/>
            <a:ext cx="1174282" cy="154004"/>
          </a:xfrm>
          <a:prstGeom prst="round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9E9729-A8BC-4EB8-F407-71D06296ECC7}"/>
              </a:ext>
            </a:extLst>
          </p:cNvPr>
          <p:cNvSpPr txBox="1"/>
          <p:nvPr/>
        </p:nvSpPr>
        <p:spPr>
          <a:xfrm>
            <a:off x="3359214" y="2820203"/>
            <a:ext cx="21079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store location </a:t>
            </a:r>
            <a:endParaRPr lang="en-IN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FED6AA0-B9BB-D1C6-ABCA-60E43FC12581}"/>
              </a:ext>
            </a:extLst>
          </p:cNvPr>
          <p:cNvSpPr/>
          <p:nvPr/>
        </p:nvSpPr>
        <p:spPr>
          <a:xfrm>
            <a:off x="3426594" y="2810578"/>
            <a:ext cx="1925052" cy="369332"/>
          </a:xfrm>
          <a:prstGeom prst="round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3DDD9378-21CF-65A1-D948-B828C8D2794F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4581625" y="3179910"/>
            <a:ext cx="1337912" cy="554693"/>
          </a:xfrm>
          <a:prstGeom prst="bentConnector3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39905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30DE1-636E-9729-44A3-41815FFAC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Export Data</a:t>
            </a:r>
            <a:r>
              <a:rPr lang="en-US" sz="2000" dirty="0"/>
              <a:t>(export.py)</a:t>
            </a:r>
            <a:endParaRPr lang="en-IN" sz="20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9C70C59-F13F-6BE6-0270-7EFB14ACFC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44971" y="1836510"/>
            <a:ext cx="8208829" cy="4351338"/>
          </a:xfr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06640B6-C99A-3246-A751-0EED40AB523F}"/>
              </a:ext>
            </a:extLst>
          </p:cNvPr>
          <p:cNvCxnSpPr>
            <a:cxnSpLocks/>
          </p:cNvCxnSpPr>
          <p:nvPr/>
        </p:nvCxnSpPr>
        <p:spPr>
          <a:xfrm flipV="1">
            <a:off x="2242685" y="2338938"/>
            <a:ext cx="6083168" cy="773381"/>
          </a:xfrm>
          <a:prstGeom prst="straightConnector1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9F407D2-2B21-9640-BF18-A7995DFF891B}"/>
              </a:ext>
            </a:extLst>
          </p:cNvPr>
          <p:cNvSpPr/>
          <p:nvPr/>
        </p:nvSpPr>
        <p:spPr>
          <a:xfrm>
            <a:off x="97495" y="2877952"/>
            <a:ext cx="2145190" cy="126090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Using this .py file to export clean and formatted data in excel sheet</a:t>
            </a:r>
            <a:endParaRPr lang="en-IN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C666C57-0770-11BC-6A8D-2B5DEAF25DE2}"/>
              </a:ext>
            </a:extLst>
          </p:cNvPr>
          <p:cNvSpPr/>
          <p:nvPr/>
        </p:nvSpPr>
        <p:spPr>
          <a:xfrm>
            <a:off x="8306603" y="2204186"/>
            <a:ext cx="924025" cy="259883"/>
          </a:xfrm>
          <a:prstGeom prst="round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3E79EFC-B322-1E71-28C2-1585A76CF98A}"/>
              </a:ext>
            </a:extLst>
          </p:cNvPr>
          <p:cNvSpPr/>
          <p:nvPr/>
        </p:nvSpPr>
        <p:spPr>
          <a:xfrm>
            <a:off x="3888606" y="3744227"/>
            <a:ext cx="731520" cy="192506"/>
          </a:xfrm>
          <a:prstGeom prst="round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2DED4F60-670C-C2CE-0A71-7E3127447D74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2242685" y="3647974"/>
            <a:ext cx="1645921" cy="192506"/>
          </a:xfrm>
          <a:prstGeom prst="bentConnector3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57542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503FF-5868-CFFE-18BA-571F9F2DF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Slack BOT</a:t>
            </a:r>
            <a:r>
              <a:rPr lang="en-US" sz="2400" dirty="0"/>
              <a:t>(slack_bot.py)</a:t>
            </a:r>
            <a:endParaRPr lang="en-IN" sz="2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ADFAF9A-FFCE-0BD9-D37F-4009BD8021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15865" y="1907311"/>
            <a:ext cx="7632739" cy="4604972"/>
          </a:xfr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C9B4879-BCC9-2174-6616-1A4DC6410D8F}"/>
              </a:ext>
            </a:extLst>
          </p:cNvPr>
          <p:cNvSpPr/>
          <p:nvPr/>
        </p:nvSpPr>
        <p:spPr>
          <a:xfrm>
            <a:off x="510139" y="2030930"/>
            <a:ext cx="2810576" cy="567891"/>
          </a:xfrm>
          <a:prstGeom prst="round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Using bot to send Ajio data file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ajio_myntra_tatacliq_sagarsir</a:t>
            </a:r>
            <a:endParaRPr lang="en-I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467AD58-0D16-CA4A-8AC9-408C43868EAE}"/>
              </a:ext>
            </a:extLst>
          </p:cNvPr>
          <p:cNvSpPr/>
          <p:nvPr/>
        </p:nvSpPr>
        <p:spPr>
          <a:xfrm>
            <a:off x="4706754" y="3590223"/>
            <a:ext cx="2560320" cy="231006"/>
          </a:xfrm>
          <a:prstGeom prst="round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B00B7912-211B-FD9A-5247-95D0A391BA3C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3320715" y="2314876"/>
            <a:ext cx="1386039" cy="1390850"/>
          </a:xfrm>
          <a:prstGeom prst="bentConnector3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D5A304F-6C17-5E6C-73DC-163AB0E7884E}"/>
              </a:ext>
            </a:extLst>
          </p:cNvPr>
          <p:cNvSpPr/>
          <p:nvPr/>
        </p:nvSpPr>
        <p:spPr>
          <a:xfrm>
            <a:off x="7517331" y="5062888"/>
            <a:ext cx="2877953" cy="490889"/>
          </a:xfrm>
          <a:prstGeom prst="round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5EE1A19-68BC-90EE-A0FA-86B089ACB0CC}"/>
              </a:ext>
            </a:extLst>
          </p:cNvPr>
          <p:cNvSpPr/>
          <p:nvPr/>
        </p:nvSpPr>
        <p:spPr>
          <a:xfrm>
            <a:off x="7640856" y="6014186"/>
            <a:ext cx="2877953" cy="490889"/>
          </a:xfrm>
          <a:prstGeom prst="round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F77BB45-3B54-61DD-74F5-DC80B56ED3C1}"/>
              </a:ext>
            </a:extLst>
          </p:cNvPr>
          <p:cNvSpPr/>
          <p:nvPr/>
        </p:nvSpPr>
        <p:spPr>
          <a:xfrm>
            <a:off x="413886" y="4109987"/>
            <a:ext cx="2810576" cy="1068404"/>
          </a:xfrm>
          <a:prstGeom prst="round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Using this bot to upload data excel file and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pagesave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file in this group.</a:t>
            </a:r>
            <a:endParaRPr lang="en-I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DC9B6E78-BF29-34C9-8D0E-2D537A6CFFB8}"/>
              </a:ext>
            </a:extLst>
          </p:cNvPr>
          <p:cNvCxnSpPr>
            <a:endCxn id="13" idx="1"/>
          </p:cNvCxnSpPr>
          <p:nvPr/>
        </p:nvCxnSpPr>
        <p:spPr>
          <a:xfrm>
            <a:off x="3224462" y="4389120"/>
            <a:ext cx="4292869" cy="919213"/>
          </a:xfrm>
          <a:prstGeom prst="bentConnector3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67484BEF-29AB-F3E2-7D78-F74FBBEA1E38}"/>
              </a:ext>
            </a:extLst>
          </p:cNvPr>
          <p:cNvCxnSpPr>
            <a:cxnSpLocks/>
          </p:cNvCxnSpPr>
          <p:nvPr/>
        </p:nvCxnSpPr>
        <p:spPr>
          <a:xfrm>
            <a:off x="3465095" y="4389120"/>
            <a:ext cx="4124425" cy="1862487"/>
          </a:xfrm>
          <a:prstGeom prst="bentConnector3">
            <a:avLst>
              <a:gd name="adj1" fmla="val 12894"/>
            </a:avLst>
          </a:prstGeom>
          <a:ln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8C5FF11C-5C4F-6414-61D1-9395D379BB5C}"/>
              </a:ext>
            </a:extLst>
          </p:cNvPr>
          <p:cNvSpPr txBox="1"/>
          <p:nvPr/>
        </p:nvSpPr>
        <p:spPr>
          <a:xfrm>
            <a:off x="5900286" y="5024386"/>
            <a:ext cx="13667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Data File</a:t>
            </a:r>
            <a:endParaRPr lang="en-IN" sz="1600" dirty="0">
              <a:solidFill>
                <a:schemeClr val="bg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0B9EBF4-F52C-324F-5BFC-F7AA7BD11AAA}"/>
              </a:ext>
            </a:extLst>
          </p:cNvPr>
          <p:cNvSpPr txBox="1"/>
          <p:nvPr/>
        </p:nvSpPr>
        <p:spPr>
          <a:xfrm>
            <a:off x="5908308" y="5908303"/>
            <a:ext cx="13667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1"/>
                </a:solidFill>
              </a:rPr>
              <a:t>Pagesave</a:t>
            </a:r>
            <a:r>
              <a:rPr lang="en-US" sz="1600" dirty="0">
                <a:solidFill>
                  <a:schemeClr val="bg1"/>
                </a:solidFill>
              </a:rPr>
              <a:t> File</a:t>
            </a:r>
            <a:endParaRPr lang="en-IN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32719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</TotalTime>
  <Words>317</Words>
  <Application>Microsoft Office PowerPoint</Application>
  <PresentationFormat>Widescreen</PresentationFormat>
  <Paragraphs>44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AJIO</vt:lpstr>
      <vt:lpstr>PowerPoint Presentation</vt:lpstr>
      <vt:lpstr>PowerPoint Presentation</vt:lpstr>
      <vt:lpstr>PowerPoint Presentation</vt:lpstr>
      <vt:lpstr>Pl_data.py</vt:lpstr>
      <vt:lpstr>Client’s Input </vt:lpstr>
      <vt:lpstr>Database Information  Using MongoDB</vt:lpstr>
      <vt:lpstr>PowerPoint Presentation</vt:lpstr>
      <vt:lpstr>Links Extraction To extract links, run the productid_ajio.py file. The links will be inserted into the respective prdocut_ids  name table.</vt:lpstr>
      <vt:lpstr>Data Extraction fetch links product_ids table and store extracted data in product_details table using PDP.py file.</vt:lpstr>
      <vt:lpstr>Data Store Location</vt:lpstr>
      <vt:lpstr>Export Data(export.py)</vt:lpstr>
      <vt:lpstr>Slack BOT(slack_bot.py)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Nirav Chauhan</dc:creator>
  <cp:lastModifiedBy>Administrator</cp:lastModifiedBy>
  <cp:revision>24</cp:revision>
  <dcterms:created xsi:type="dcterms:W3CDTF">2025-07-24T11:07:15Z</dcterms:created>
  <dcterms:modified xsi:type="dcterms:W3CDTF">2025-09-18T11:59:09Z</dcterms:modified>
</cp:coreProperties>
</file>