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5D645-C140-41EA-8CC1-3051931D6AC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3B6EB-6E5B-4756-9AD0-B1A158073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6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3B6EB-6E5B-4756-9AD0-B1A1580735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41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6549-E619-2A9D-29EA-796A74C3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F23DD-FFFE-98C6-2D70-910F71E2A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F2FE7-48C9-E1F4-49E8-32300A0B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CB052-CAB9-AC79-7D77-F712279C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7E65E-A310-4988-7D80-91E26CED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44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75C3-C736-3A21-BF1A-42C4D657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1FAD-AC7C-2264-EB41-92BA0120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79B21-3D67-41AB-1065-402B18A2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3DDFC-1461-68AA-15BA-47F7292E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2EA85-7DE1-B25A-F5FE-19EBB126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6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37CD-D5D7-63C2-3728-3F7B4B98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CB3DA-5643-8225-7C20-D9A08298C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3CAE-A13F-2FCF-D84A-D863D474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4378B-D5FB-E9C2-0DDB-C945AAE1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A55ED-EBBC-2A71-E58D-E045AB17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0CC6-3758-1FF2-AFEC-AEE84D7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A36CD-D27A-19F6-B243-16D0A493E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9D9B5-A592-9BEE-F677-F2084B1D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83C10-5AE6-7646-2739-50546732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A3B3B-8629-B475-7406-5E62073A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B23F4-090D-78D0-8703-F74CBDD0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1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6D5C-217B-2A3B-B877-7B8A9ABE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4FCA7-67E6-D40F-227F-35FF90FAB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46351-19F3-C26E-EEA4-9BC3BED94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60EE7-309A-6E12-20B2-81345C544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F4DFC-94B3-27B6-2061-6C2846F7E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713EA-D5E7-3B42-B6AF-D4A4A79D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FEA86-8297-1432-960C-41B272C0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7E75D-7178-9940-1134-DBEDE3C0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59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4102-2D94-3438-BC6E-A7313F56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78A29-1478-E61F-C8FF-0D6FCC81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3CE6E-20C2-0F7E-7CFA-C22AD00D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B79DC-443C-A6E0-A582-112ACAF4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04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50F68-ADEE-F9AC-CADE-15C6E15D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20BD6-262E-42EA-6504-CE0E55CC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8DB2F-9703-6844-608F-3A9B32B8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2608-DA48-E7AF-284D-E3D53F32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CB6E9-3452-425C-C21E-B5430305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7A1C5-3E04-A76D-E168-73EDAFA92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9B27-95B3-6118-E925-777EBC3E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9DA49-52B7-132C-0C26-5F2DDECC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C28E4-329B-4C32-BDE3-C46C1BC3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0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671D-0844-7763-D32C-324634FA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C78BD-8A31-3C22-2AF4-87A33FB57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F00EA-C5BC-F922-E99F-79B0E5F4F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6D57C-A88C-2951-829B-FC7BB955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0FBB4-CF8F-54B9-F8FD-92CBC63F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A517A-AA6A-5236-CDC2-73B79A6B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07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A8D3-661D-0DDF-C026-6A06A6B9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BD51C-B36B-CCC6-4613-F08C1CFDC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4B9B9-993A-84A9-E846-D97755AE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521CE-8AD5-B817-F567-311AB776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986C-B8D8-ED40-6EE3-F82828CF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10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4894C0-41A5-0C4E-984B-3364D2E89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DCADA-5107-6CC0-03B5-79A243DB4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6C87-71EF-6873-EE41-ECAA9586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7B7C7-5939-B27E-30D8-993C2A1F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1A45-4452-7588-9444-FB2E5F3B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3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C3B567-F65E-1835-AF86-09901FC4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D8488-64DA-D167-34C2-BFA0EC1A2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4D686-BA79-B13C-669D-6396D10FC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1B3AF-2BF1-4870-B78E-C2DF709B2B6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41AD5-2253-7EF5-2D84-678EE7F98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22CC-7B0F-4AC8-FA33-120C79574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BD115-B421-47EE-8990-AA12F6B06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37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FDB1-81D5-D444-2879-E8D0213215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Nykaa</a:t>
            </a:r>
            <a:r>
              <a:rPr lang="en-US" dirty="0"/>
              <a:t> Fashion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579E-7239-9904-EB59-8316E96870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Delivery – Two times a week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23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6453E7-91E9-0328-0ACC-49FC694F42CA}"/>
              </a:ext>
            </a:extLst>
          </p:cNvPr>
          <p:cNvSpPr txBox="1"/>
          <p:nvPr/>
        </p:nvSpPr>
        <p:spPr>
          <a:xfrm>
            <a:off x="215900" y="266700"/>
            <a:ext cx="8928100" cy="145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System Information:-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2"/>
                </a:solidFill>
              </a:rPr>
              <a:t>IP - </a:t>
            </a:r>
            <a:r>
              <a:rPr lang="en-GB" dirty="0">
                <a:solidFill>
                  <a:schemeClr val="dk2"/>
                </a:solidFill>
              </a:rPr>
              <a:t>172.27.131.182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2"/>
                </a:solidFill>
              </a:rPr>
              <a:t>Username – </a:t>
            </a:r>
            <a:r>
              <a:rPr lang="en-GB" dirty="0">
                <a:solidFill>
                  <a:schemeClr val="dk2"/>
                </a:solidFill>
              </a:rPr>
              <a:t>Administrator</a:t>
            </a:r>
            <a:endParaRPr lang="en-GB" sz="1800" dirty="0">
              <a:solidFill>
                <a:schemeClr val="dk2"/>
              </a:solidFill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2"/>
                </a:solidFill>
              </a:rPr>
              <a:t>Password - </a:t>
            </a:r>
            <a:r>
              <a:rPr lang="en-GB" dirty="0">
                <a:solidFill>
                  <a:schemeClr val="dk2"/>
                </a:solidFill>
              </a:rPr>
              <a:t>Act*2025#@</a:t>
            </a:r>
            <a:endParaRPr lang="en-GB" sz="1800" dirty="0">
              <a:solidFill>
                <a:schemeClr val="dk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3643C-9AC8-03B0-25F2-1A5925A64655}"/>
              </a:ext>
            </a:extLst>
          </p:cNvPr>
          <p:cNvSpPr txBox="1"/>
          <p:nvPr/>
        </p:nvSpPr>
        <p:spPr>
          <a:xfrm>
            <a:off x="215900" y="2349500"/>
            <a:ext cx="8928100" cy="1138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Database Information:-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2"/>
                </a:solidFill>
              </a:rPr>
              <a:t>Database Name -  </a:t>
            </a:r>
            <a:r>
              <a:rPr lang="en-GB" dirty="0" err="1">
                <a:solidFill>
                  <a:schemeClr val="dk2"/>
                </a:solidFill>
              </a:rPr>
              <a:t>nykaa</a:t>
            </a:r>
            <a:endParaRPr lang="en-GB" dirty="0">
              <a:solidFill>
                <a:schemeClr val="dk2"/>
              </a:solidFill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2"/>
                </a:solidFill>
              </a:rPr>
              <a:t>Collection name – date wise created like (‘products_details_04_08_2025_13_22’)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63E17-9AA6-0482-DF64-1156159244ED}"/>
              </a:ext>
            </a:extLst>
          </p:cNvPr>
          <p:cNvSpPr txBox="1"/>
          <p:nvPr/>
        </p:nvSpPr>
        <p:spPr>
          <a:xfrm>
            <a:off x="241300" y="3784600"/>
            <a:ext cx="8928100" cy="81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Project Path:-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2"/>
                </a:solidFill>
              </a:rPr>
              <a:t>Code Path - D:\dhruv\nykaa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959E8-4146-140C-41AE-F84A0691C472}"/>
              </a:ext>
            </a:extLst>
          </p:cNvPr>
          <p:cNvSpPr txBox="1"/>
          <p:nvPr/>
        </p:nvSpPr>
        <p:spPr>
          <a:xfrm>
            <a:off x="266700" y="5118100"/>
            <a:ext cx="8928100" cy="81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2"/>
                </a:solidFill>
              </a:rPr>
              <a:t>Requirements:-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Scrape product data from inputs provided by the client.</a:t>
            </a:r>
            <a:r>
              <a:rPr lang="en-GB" dirty="0">
                <a:solidFill>
                  <a:schemeClr val="dk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991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F5FD18-823A-8840-929D-9E091FFB1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34" y="1878216"/>
            <a:ext cx="3801979" cy="42522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D68480-5A3C-6962-0F7A-3C0E8EF6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Client’s Input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3F5C00-417E-C7BC-3594-7F5DC4380AAF}"/>
              </a:ext>
            </a:extLst>
          </p:cNvPr>
          <p:cNvSpPr/>
          <p:nvPr/>
        </p:nvSpPr>
        <p:spPr>
          <a:xfrm>
            <a:off x="8133347" y="2358189"/>
            <a:ext cx="2338939" cy="71227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16C0B-D4FB-424F-15AB-95FBA82CAFF7}"/>
              </a:ext>
            </a:extLst>
          </p:cNvPr>
          <p:cNvSpPr txBox="1"/>
          <p:nvPr/>
        </p:nvSpPr>
        <p:spPr>
          <a:xfrm>
            <a:off x="1357161" y="2117556"/>
            <a:ext cx="290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 the client input in the specified location.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ED6B36-72B9-5BE7-EF9B-CBBD06AC4044}"/>
              </a:ext>
            </a:extLst>
          </p:cNvPr>
          <p:cNvSpPr/>
          <p:nvPr/>
        </p:nvSpPr>
        <p:spPr>
          <a:xfrm>
            <a:off x="1212783" y="2002055"/>
            <a:ext cx="3118585" cy="818147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A49C5E-231F-7BB7-6F94-9C67F9C8985C}"/>
              </a:ext>
            </a:extLst>
          </p:cNvPr>
          <p:cNvCxnSpPr>
            <a:stCxn id="8" idx="3"/>
          </p:cNvCxnSpPr>
          <p:nvPr/>
        </p:nvCxnSpPr>
        <p:spPr>
          <a:xfrm>
            <a:off x="4331368" y="2411129"/>
            <a:ext cx="3801979" cy="26469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85566D-190C-5F40-7F21-BC1D17C5E350}"/>
              </a:ext>
            </a:extLst>
          </p:cNvPr>
          <p:cNvSpPr/>
          <p:nvPr/>
        </p:nvSpPr>
        <p:spPr>
          <a:xfrm>
            <a:off x="1894114" y="3866357"/>
            <a:ext cx="2808515" cy="116284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Change the input file name to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Nykaa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ECD1A5-D43E-46DC-5E36-7C69E2CB2C9A}"/>
              </a:ext>
            </a:extLst>
          </p:cNvPr>
          <p:cNvCxnSpPr/>
          <p:nvPr/>
        </p:nvCxnSpPr>
        <p:spPr>
          <a:xfrm flipV="1">
            <a:off x="4702629" y="2971800"/>
            <a:ext cx="3430718" cy="128451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9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A63174-7935-0ED9-1E28-3CE3CB9A8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213" y="0"/>
            <a:ext cx="4022788" cy="6858000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9D19B98-E01A-A4CA-7FCF-0204284EF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5" y="2278505"/>
            <a:ext cx="5222000" cy="39427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D14666-A6B1-3FB7-D30A-56E9A572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600" dirty="0"/>
              <a:t>Database Information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2400" dirty="0"/>
              <a:t>Using MongoDB</a:t>
            </a:r>
            <a:endParaRPr lang="en-IN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188749-04B1-C432-7B19-5A5C873CDD43}"/>
              </a:ext>
            </a:extLst>
          </p:cNvPr>
          <p:cNvCxnSpPr>
            <a:cxnSpLocks/>
          </p:cNvCxnSpPr>
          <p:nvPr/>
        </p:nvCxnSpPr>
        <p:spPr>
          <a:xfrm flipH="1">
            <a:off x="1850831" y="2699657"/>
            <a:ext cx="4158083" cy="186146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ylinder 36">
            <a:extLst>
              <a:ext uri="{FF2B5EF4-FFF2-40B4-BE49-F238E27FC236}">
                <a16:creationId xmlns:a16="http://schemas.microsoft.com/office/drawing/2014/main" id="{32CF8B59-D1B1-4F74-5B8F-D4732EE76EEE}"/>
              </a:ext>
            </a:extLst>
          </p:cNvPr>
          <p:cNvSpPr/>
          <p:nvPr/>
        </p:nvSpPr>
        <p:spPr>
          <a:xfrm>
            <a:off x="6008914" y="1852398"/>
            <a:ext cx="11430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endParaRPr lang="en-IN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B2343B0-D37C-0A82-F847-0CC96EC4744D}"/>
              </a:ext>
            </a:extLst>
          </p:cNvPr>
          <p:cNvSpPr/>
          <p:nvPr/>
        </p:nvSpPr>
        <p:spPr>
          <a:xfrm>
            <a:off x="8581066" y="6108589"/>
            <a:ext cx="1077621" cy="384286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05693D6-80D1-B7D6-6487-9C2A73DD6DF6}"/>
              </a:ext>
            </a:extLst>
          </p:cNvPr>
          <p:cNvCxnSpPr>
            <a:cxnSpLocks/>
          </p:cNvCxnSpPr>
          <p:nvPr/>
        </p:nvCxnSpPr>
        <p:spPr>
          <a:xfrm>
            <a:off x="7151912" y="2699654"/>
            <a:ext cx="1806490" cy="340893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562D140-25E4-7A45-D9EB-E973117E2CF7}"/>
              </a:ext>
            </a:extLst>
          </p:cNvPr>
          <p:cNvSpPr/>
          <p:nvPr/>
        </p:nvSpPr>
        <p:spPr>
          <a:xfrm>
            <a:off x="8687313" y="6519489"/>
            <a:ext cx="2986588" cy="3473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F0A70F-2D92-6466-966B-A02381A3E0F6}"/>
              </a:ext>
            </a:extLst>
          </p:cNvPr>
          <p:cNvSpPr txBox="1"/>
          <p:nvPr/>
        </p:nvSpPr>
        <p:spPr>
          <a:xfrm>
            <a:off x="5228536" y="6300617"/>
            <a:ext cx="2115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Data Table </a:t>
            </a:r>
            <a:endParaRPr lang="en-IN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561EE5A-7DCB-C142-FF45-A7D7FE73E072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7344500" y="6485283"/>
            <a:ext cx="1342813" cy="257483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54BB06F-84A7-4517-1FF4-6C3A7EFC7BAB}"/>
              </a:ext>
            </a:extLst>
          </p:cNvPr>
          <p:cNvSpPr/>
          <p:nvPr/>
        </p:nvSpPr>
        <p:spPr>
          <a:xfrm>
            <a:off x="5228536" y="6242984"/>
            <a:ext cx="2115964" cy="49978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A4A130-5F27-B58C-AB7C-B89D51BC7C93}"/>
              </a:ext>
            </a:extLst>
          </p:cNvPr>
          <p:cNvSpPr/>
          <p:nvPr/>
        </p:nvSpPr>
        <p:spPr>
          <a:xfrm>
            <a:off x="452698" y="4561121"/>
            <a:ext cx="1398133" cy="159203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7FF75C25-DFA4-2BDF-9AA6-CC512C6452E2}"/>
              </a:ext>
            </a:extLst>
          </p:cNvPr>
          <p:cNvSpPr txBox="1"/>
          <p:nvPr/>
        </p:nvSpPr>
        <p:spPr>
          <a:xfrm>
            <a:off x="631371" y="442561"/>
            <a:ext cx="2351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Product Details</a:t>
            </a:r>
            <a:endParaRPr lang="en-IN" sz="2400" dirty="0"/>
          </a:p>
        </p:txBody>
      </p:sp>
      <p:pic>
        <p:nvPicPr>
          <p:cNvPr id="3" name="Picture 2" descr="A close up of a necklace&#10;&#10;AI-generated content may be incorrect.">
            <a:extLst>
              <a:ext uri="{FF2B5EF4-FFF2-40B4-BE49-F238E27FC236}">
                <a16:creationId xmlns:a16="http://schemas.microsoft.com/office/drawing/2014/main" id="{2A06EC12-118E-8467-0105-F4E3F33C1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757"/>
            <a:ext cx="12192000" cy="5726243"/>
          </a:xfrm>
          <a:prstGeom prst="rect">
            <a:avLst/>
          </a:prstGeom>
        </p:spPr>
      </p:pic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815BD5DE-5BCB-722F-BB39-51D78F286F64}"/>
              </a:ext>
            </a:extLst>
          </p:cNvPr>
          <p:cNvSpPr/>
          <p:nvPr/>
        </p:nvSpPr>
        <p:spPr>
          <a:xfrm>
            <a:off x="6220918" y="2625688"/>
            <a:ext cx="1034321" cy="344773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C1BBB4-782B-F3C2-2ED9-7547D575FCDC}"/>
              </a:ext>
            </a:extLst>
          </p:cNvPr>
          <p:cNvCxnSpPr>
            <a:endCxn id="20" idx="3"/>
          </p:cNvCxnSpPr>
          <p:nvPr/>
        </p:nvCxnSpPr>
        <p:spPr>
          <a:xfrm flipH="1">
            <a:off x="7255239" y="2625688"/>
            <a:ext cx="614597" cy="17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B4D711-E86C-A2F5-91B4-2435437A9CD6}"/>
              </a:ext>
            </a:extLst>
          </p:cNvPr>
          <p:cNvSpPr/>
          <p:nvPr/>
        </p:nvSpPr>
        <p:spPr>
          <a:xfrm>
            <a:off x="7869836" y="2518348"/>
            <a:ext cx="1514007" cy="30729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/>
              <a:t>brand</a:t>
            </a:r>
            <a:endParaRPr lang="en-IN" dirty="0"/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id="{A35C1024-33E3-521F-BB74-622313437956}"/>
              </a:ext>
            </a:extLst>
          </p:cNvPr>
          <p:cNvSpPr/>
          <p:nvPr/>
        </p:nvSpPr>
        <p:spPr>
          <a:xfrm>
            <a:off x="6220918" y="3256613"/>
            <a:ext cx="1034321" cy="344773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8F7092-E543-2ACB-F0AF-F147AAFCD283}"/>
              </a:ext>
            </a:extLst>
          </p:cNvPr>
          <p:cNvCxnSpPr>
            <a:cxnSpLocks/>
          </p:cNvCxnSpPr>
          <p:nvPr/>
        </p:nvCxnSpPr>
        <p:spPr>
          <a:xfrm flipH="1">
            <a:off x="7255239" y="3429000"/>
            <a:ext cx="734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29F0B5E-0E19-B686-9890-7814BD5FAC71}"/>
              </a:ext>
            </a:extLst>
          </p:cNvPr>
          <p:cNvSpPr/>
          <p:nvPr/>
        </p:nvSpPr>
        <p:spPr>
          <a:xfrm>
            <a:off x="7989757" y="3294087"/>
            <a:ext cx="1514007" cy="30729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 err="1"/>
              <a:t>mrp</a:t>
            </a:r>
            <a:endParaRPr lang="en-IN" dirty="0"/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CAFB9A43-CAFC-37C2-D909-7E1262E47DAA}"/>
              </a:ext>
            </a:extLst>
          </p:cNvPr>
          <p:cNvSpPr/>
          <p:nvPr/>
        </p:nvSpPr>
        <p:spPr>
          <a:xfrm>
            <a:off x="631371" y="2383435"/>
            <a:ext cx="2906308" cy="307299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1EC850-673C-F130-EEA2-2D3DBB58BE3E}"/>
              </a:ext>
            </a:extLst>
          </p:cNvPr>
          <p:cNvCxnSpPr>
            <a:cxnSpLocks/>
          </p:cNvCxnSpPr>
          <p:nvPr/>
        </p:nvCxnSpPr>
        <p:spPr>
          <a:xfrm flipH="1">
            <a:off x="3537679" y="2555822"/>
            <a:ext cx="494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E4EBE8E-C5BF-2D83-BD2E-1537BB2FBAB8}"/>
              </a:ext>
            </a:extLst>
          </p:cNvPr>
          <p:cNvSpPr/>
          <p:nvPr/>
        </p:nvSpPr>
        <p:spPr>
          <a:xfrm>
            <a:off x="4032354" y="2404582"/>
            <a:ext cx="1938729" cy="30729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category_hierarchy</a:t>
            </a:r>
            <a:endParaRPr lang="en-IN" sz="1600" dirty="0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2824B267-2D76-DFBB-D287-B7C07CC7F8FC}"/>
              </a:ext>
            </a:extLst>
          </p:cNvPr>
          <p:cNvSpPr/>
          <p:nvPr/>
        </p:nvSpPr>
        <p:spPr>
          <a:xfrm>
            <a:off x="1289867" y="1131757"/>
            <a:ext cx="4556297" cy="307297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C2146E8-A3D5-0E5E-8E2E-63C826D0684E}"/>
              </a:ext>
            </a:extLst>
          </p:cNvPr>
          <p:cNvCxnSpPr>
            <a:cxnSpLocks/>
          </p:cNvCxnSpPr>
          <p:nvPr/>
        </p:nvCxnSpPr>
        <p:spPr>
          <a:xfrm flipH="1">
            <a:off x="5846164" y="1304144"/>
            <a:ext cx="6595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6FA208D-81C6-4021-6E92-41E91200F13F}"/>
              </a:ext>
            </a:extLst>
          </p:cNvPr>
          <p:cNvSpPr/>
          <p:nvPr/>
        </p:nvSpPr>
        <p:spPr>
          <a:xfrm>
            <a:off x="6498235" y="1150494"/>
            <a:ext cx="1514007" cy="30729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 err="1"/>
              <a:t>product_url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60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F414DAE-515B-323C-825A-E998365EC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674" y="803498"/>
            <a:ext cx="7836326" cy="567483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647778-2BA4-7A41-4A82-0941A1E4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Links Extraction</a:t>
            </a:r>
            <a:br>
              <a:rPr lang="en-US" dirty="0"/>
            </a:br>
            <a:r>
              <a:rPr lang="en-GB" sz="2000" dirty="0"/>
              <a:t>using below mentioned file (</a:t>
            </a:r>
            <a:r>
              <a:rPr lang="en-GB" sz="2000" b="1" dirty="0"/>
              <a:t>fetch_nykaa_fashion_pd.py</a:t>
            </a:r>
            <a:r>
              <a:rPr lang="en-GB" sz="2000" dirty="0"/>
              <a:t>) get all product ids from input file for process and after process on all product it stored in data collection which generated with today’s date and time.</a:t>
            </a:r>
            <a:endParaRPr lang="en-IN" sz="2000" dirty="0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FB60747-83F7-B813-5907-EEEDC343D3C6}"/>
              </a:ext>
            </a:extLst>
          </p:cNvPr>
          <p:cNvSpPr/>
          <p:nvPr/>
        </p:nvSpPr>
        <p:spPr>
          <a:xfrm>
            <a:off x="48985" y="4721902"/>
            <a:ext cx="1578429" cy="1981200"/>
          </a:xfrm>
          <a:prstGeom prst="ca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Product table date and time wise </a:t>
            </a:r>
            <a:endParaRPr lang="en-IN" sz="1400" dirty="0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52278F-3691-964C-5C4E-D20B8898D5D4}"/>
              </a:ext>
            </a:extLst>
          </p:cNvPr>
          <p:cNvSpPr/>
          <p:nvPr/>
        </p:nvSpPr>
        <p:spPr>
          <a:xfrm>
            <a:off x="0" y="2497914"/>
            <a:ext cx="2732314" cy="1143000"/>
          </a:xfrm>
          <a:prstGeom prst="snip1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Using this code product id read from client input file.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247D9-8DE5-F643-8EEE-D854205980DE}"/>
              </a:ext>
            </a:extLst>
          </p:cNvPr>
          <p:cNvCxnSpPr>
            <a:cxnSpLocks/>
          </p:cNvCxnSpPr>
          <p:nvPr/>
        </p:nvCxnSpPr>
        <p:spPr>
          <a:xfrm>
            <a:off x="2732314" y="3341914"/>
            <a:ext cx="2394322" cy="199458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5FCBDD-14BE-BB61-3098-53874102D0B9}"/>
              </a:ext>
            </a:extLst>
          </p:cNvPr>
          <p:cNvSpPr/>
          <p:nvPr/>
        </p:nvSpPr>
        <p:spPr>
          <a:xfrm>
            <a:off x="5126636" y="5216577"/>
            <a:ext cx="6760564" cy="36022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376869-D221-5864-A8CA-FD86946CF357}"/>
              </a:ext>
            </a:extLst>
          </p:cNvPr>
          <p:cNvCxnSpPr/>
          <p:nvPr/>
        </p:nvCxnSpPr>
        <p:spPr>
          <a:xfrm>
            <a:off x="1627414" y="5576798"/>
            <a:ext cx="3499222" cy="359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E5BD13-B032-B3DE-1D3B-50E3D90068B0}"/>
              </a:ext>
            </a:extLst>
          </p:cNvPr>
          <p:cNvSpPr/>
          <p:nvPr/>
        </p:nvSpPr>
        <p:spPr>
          <a:xfrm>
            <a:off x="5126636" y="5696262"/>
            <a:ext cx="5231567" cy="35824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564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0B1906-B256-7EFE-C86E-1AEA3BC2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1" y="1841526"/>
            <a:ext cx="7560038" cy="50164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2C22B-D9E7-0ED1-5D57-FDEE3BC0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Extraction</a:t>
            </a:r>
            <a:br>
              <a:rPr lang="en-US" dirty="0"/>
            </a:br>
            <a:r>
              <a:rPr lang="en-US" sz="2200" dirty="0"/>
              <a:t>using below mentioned code product details fetch from response, clean fetched data, set “N/A” as default value and save into </a:t>
            </a:r>
            <a:r>
              <a:rPr lang="en-US" sz="2200" dirty="0" err="1"/>
              <a:t>db</a:t>
            </a:r>
            <a:r>
              <a:rPr lang="en-US" sz="2200" dirty="0"/>
              <a:t> collection </a:t>
            </a:r>
            <a:endParaRPr lang="en-IN" sz="22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958E00-9C4B-6D1F-9E04-DA373672B4DD}"/>
              </a:ext>
            </a:extLst>
          </p:cNvPr>
          <p:cNvSpPr/>
          <p:nvPr/>
        </p:nvSpPr>
        <p:spPr>
          <a:xfrm>
            <a:off x="156564" y="2028668"/>
            <a:ext cx="2082800" cy="7112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Clean fetched data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796842-CD19-1D78-3AEA-7B5E13AE252C}"/>
              </a:ext>
            </a:extLst>
          </p:cNvPr>
          <p:cNvSpPr/>
          <p:nvPr/>
        </p:nvSpPr>
        <p:spPr>
          <a:xfrm>
            <a:off x="156564" y="3077848"/>
            <a:ext cx="2082800" cy="7112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Fetch data from </a:t>
            </a:r>
            <a:r>
              <a:rPr lang="en-US" dirty="0" err="1">
                <a:solidFill>
                  <a:schemeClr val="tx1"/>
                </a:solidFill>
              </a:rPr>
              <a:t>respons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423CE1-9188-80B8-7879-389838F48446}"/>
              </a:ext>
            </a:extLst>
          </p:cNvPr>
          <p:cNvSpPr/>
          <p:nvPr/>
        </p:nvSpPr>
        <p:spPr>
          <a:xfrm>
            <a:off x="156564" y="4127028"/>
            <a:ext cx="2082800" cy="7112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Set default value N/A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2A40E4-D4A7-E825-60B8-CC2DBD1A6EFB}"/>
              </a:ext>
            </a:extLst>
          </p:cNvPr>
          <p:cNvCxnSpPr>
            <a:cxnSpLocks/>
          </p:cNvCxnSpPr>
          <p:nvPr/>
        </p:nvCxnSpPr>
        <p:spPr>
          <a:xfrm>
            <a:off x="2239364" y="2218544"/>
            <a:ext cx="2512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7891F924-DFBE-396C-5684-89BCB4CFB7EC}"/>
              </a:ext>
            </a:extLst>
          </p:cNvPr>
          <p:cNvSpPr/>
          <p:nvPr/>
        </p:nvSpPr>
        <p:spPr>
          <a:xfrm>
            <a:off x="4751882" y="2028668"/>
            <a:ext cx="3402767" cy="504670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2EB9C443-5F8E-9F75-4AAD-334966B95985}"/>
              </a:ext>
            </a:extLst>
          </p:cNvPr>
          <p:cNvSpPr/>
          <p:nvPr/>
        </p:nvSpPr>
        <p:spPr>
          <a:xfrm>
            <a:off x="4751882" y="2694064"/>
            <a:ext cx="3402767" cy="504670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8BF01650-8544-F1CE-25E6-120ED71E7834}"/>
              </a:ext>
            </a:extLst>
          </p:cNvPr>
          <p:cNvSpPr/>
          <p:nvPr/>
        </p:nvSpPr>
        <p:spPr>
          <a:xfrm>
            <a:off x="4751882" y="3469805"/>
            <a:ext cx="3402767" cy="504670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93DFC5-8B24-51A3-3CB4-2CE35800A792}"/>
              </a:ext>
            </a:extLst>
          </p:cNvPr>
          <p:cNvCxnSpPr>
            <a:cxnSpLocks/>
          </p:cNvCxnSpPr>
          <p:nvPr/>
        </p:nvCxnSpPr>
        <p:spPr>
          <a:xfrm flipV="1">
            <a:off x="2239364" y="2946399"/>
            <a:ext cx="2512518" cy="482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F37809-10E7-F4D3-00FD-5B28ECD52A60}"/>
              </a:ext>
            </a:extLst>
          </p:cNvPr>
          <p:cNvCxnSpPr>
            <a:cxnSpLocks/>
          </p:cNvCxnSpPr>
          <p:nvPr/>
        </p:nvCxnSpPr>
        <p:spPr>
          <a:xfrm flipV="1">
            <a:off x="2239364" y="3722140"/>
            <a:ext cx="2512518" cy="76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0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6433-D57F-F1DD-A951-1D29F71F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Store Location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E1C7170-98B9-6563-4B44-B24B0C773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75849"/>
            <a:ext cx="9713626" cy="4929686"/>
          </a:xfrm>
          <a:prstGeom prst="rect">
            <a:avLst/>
          </a:prstGeom>
        </p:spPr>
      </p:pic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73FA8287-CA18-DABF-3228-9DD9F6A14D24}"/>
              </a:ext>
            </a:extLst>
          </p:cNvPr>
          <p:cNvSpPr/>
          <p:nvPr/>
        </p:nvSpPr>
        <p:spPr>
          <a:xfrm>
            <a:off x="119921" y="6325849"/>
            <a:ext cx="1004341" cy="284813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B12FC0-4BA9-AF5D-75B9-1B70F847C148}"/>
              </a:ext>
            </a:extLst>
          </p:cNvPr>
          <p:cNvCxnSpPr>
            <a:stCxn id="18" idx="3"/>
          </p:cNvCxnSpPr>
          <p:nvPr/>
        </p:nvCxnSpPr>
        <p:spPr>
          <a:xfrm flipV="1">
            <a:off x="1124262" y="6460761"/>
            <a:ext cx="5891135" cy="7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1C7181A1-564F-B166-EBA0-E045DC06DE29}"/>
              </a:ext>
            </a:extLst>
          </p:cNvPr>
          <p:cNvSpPr/>
          <p:nvPr/>
        </p:nvSpPr>
        <p:spPr>
          <a:xfrm>
            <a:off x="7015397" y="6325849"/>
            <a:ext cx="2698229" cy="479686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Database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8703E08D-94F8-0BBD-8BD5-A68A210921EE}"/>
              </a:ext>
            </a:extLst>
          </p:cNvPr>
          <p:cNvSpPr/>
          <p:nvPr/>
        </p:nvSpPr>
        <p:spPr>
          <a:xfrm>
            <a:off x="4499547" y="2715719"/>
            <a:ext cx="2156086" cy="244840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AB00D1-96EB-415E-2BD8-466E9ADC1E30}"/>
              </a:ext>
            </a:extLst>
          </p:cNvPr>
          <p:cNvCxnSpPr>
            <a:cxnSpLocks/>
          </p:cNvCxnSpPr>
          <p:nvPr/>
        </p:nvCxnSpPr>
        <p:spPr>
          <a:xfrm>
            <a:off x="6655633" y="2838139"/>
            <a:ext cx="14690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079E69E9-87E5-5990-461F-73DD0ACDC41A}"/>
              </a:ext>
            </a:extLst>
          </p:cNvPr>
          <p:cNvSpPr/>
          <p:nvPr/>
        </p:nvSpPr>
        <p:spPr>
          <a:xfrm>
            <a:off x="8124669" y="2598296"/>
            <a:ext cx="2698229" cy="479686"/>
          </a:xfrm>
          <a:prstGeom prst="flowChartAlternateProcess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table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990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78EDC7-6317-16F2-E3DC-1BE1D2AB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198" y="1663026"/>
            <a:ext cx="7964011" cy="4829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530DE1-636E-9729-44A3-41815FFA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Data</a:t>
            </a:r>
            <a:r>
              <a:rPr lang="en-US" sz="2000" dirty="0"/>
              <a:t>(export.py)</a:t>
            </a:r>
            <a:endParaRPr lang="en-IN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F407D2-2B21-9640-BF18-A7995DFF891B}"/>
              </a:ext>
            </a:extLst>
          </p:cNvPr>
          <p:cNvSpPr/>
          <p:nvPr/>
        </p:nvSpPr>
        <p:spPr>
          <a:xfrm>
            <a:off x="0" y="2877952"/>
            <a:ext cx="2718228" cy="170903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Using this code we can extract data from product table and save into excel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6899A9-EE8A-7D96-E680-049C2172811F}"/>
              </a:ext>
            </a:extLst>
          </p:cNvPr>
          <p:cNvSpPr/>
          <p:nvPr/>
        </p:nvSpPr>
        <p:spPr>
          <a:xfrm>
            <a:off x="4212236" y="2877952"/>
            <a:ext cx="7141564" cy="337294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AC48B8-3F91-82D3-E2C2-5419D089CC6B}"/>
              </a:ext>
            </a:extLst>
          </p:cNvPr>
          <p:cNvCxnSpPr>
            <a:cxnSpLocks/>
          </p:cNvCxnSpPr>
          <p:nvPr/>
        </p:nvCxnSpPr>
        <p:spPr>
          <a:xfrm>
            <a:off x="2718228" y="3312826"/>
            <a:ext cx="1494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75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258E5-7932-83E5-8F07-89FD65C3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0000" dirty="0"/>
              <a:t>Thank you</a:t>
            </a:r>
            <a:endParaRPr lang="en-IN" sz="10000" dirty="0"/>
          </a:p>
        </p:txBody>
      </p:sp>
    </p:spTree>
    <p:extLst>
      <p:ext uri="{BB962C8B-B14F-4D97-AF65-F5344CB8AC3E}">
        <p14:creationId xmlns:p14="http://schemas.microsoft.com/office/powerpoint/2010/main" val="252649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242</Words>
  <Application>Microsoft Office PowerPoint</Application>
  <PresentationFormat>Widescreen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Nykaa Fashion</vt:lpstr>
      <vt:lpstr>PowerPoint Presentation</vt:lpstr>
      <vt:lpstr>Client’s Input </vt:lpstr>
      <vt:lpstr>Database Information  Using MongoDB</vt:lpstr>
      <vt:lpstr>PowerPoint Presentation</vt:lpstr>
      <vt:lpstr>Links Extraction using below mentioned file (fetch_nykaa_fashion_pd.py) get all product ids from input file for process and after process on all product it stored in data collection which generated with today’s date and time.</vt:lpstr>
      <vt:lpstr>Data Extraction using below mentioned code product details fetch from response, clean fetched data, set “N/A” as default value and save into db collection </vt:lpstr>
      <vt:lpstr>Data Store Location</vt:lpstr>
      <vt:lpstr>Export Data(export.py)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Nirav Chauhan</dc:creator>
  <cp:lastModifiedBy>Dhruv Rathod</cp:lastModifiedBy>
  <cp:revision>30</cp:revision>
  <dcterms:created xsi:type="dcterms:W3CDTF">2025-07-24T11:07:15Z</dcterms:created>
  <dcterms:modified xsi:type="dcterms:W3CDTF">2025-08-06T08:44:33Z</dcterms:modified>
</cp:coreProperties>
</file>